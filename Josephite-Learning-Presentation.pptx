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3657600" cy="36576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892040"/>
            <a:ext cx="2377440" cy="237744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সায়েন্স ফেয়ার   ·   অফিসিয়াল ই-লার্নিং প্লাটফর্ম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58368" y="2395728"/>
            <a:ext cx="1920240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শিখুন  →  অনুশীলন করুন  →  নিজেকে যাচাই করুন  →  উন্নতি করুন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সেন্ট যোসেফস স্কুল এন্ড কলেজ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বনপাড়া, বড়াইগ্রাম, নাটোর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7083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৫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8646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শ্রেণি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88920" y="429768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437083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৫১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788920" y="48646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বিষয়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429768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437083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১৬১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37760" y="48646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অধ্যায়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86600" y="429768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437083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৩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86600" y="48646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ভূমিকা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Empowering Knowledge, Building Futures</a:t>
            </a:r>
            <a:endParaRPr lang="en-US" sz="13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কেন এই প্রজেক্ট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ক্লাসের পর পড়া হারিয়ে যায়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60020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16002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০১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8952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ভুলে যাওয়া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952" y="32004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ক্লাসে বোঝার পর বাসায় আর মনে থাকে না। একই অধ্যায় বারবার অনুশীলনের সহজ জায়গা নেই।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132588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160020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99432" y="16002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০২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9432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জিনিস ছড়ানো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99432" y="32004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ভিডিও এক জায়গায়, নোট অন্য জায়গায়, প্রশ্ন আবার আলাদা। সব একসাথে পাওয়া যায় না।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83880" y="132588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9912" y="160020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8439912" y="16002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০৩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39912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নিজেকে মাপা যায় না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39912" y="32004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পরীক্ষার আগে বোঝা যায় না কোন অধ্যায় দুর্বল। ফল জমলেও ছাত্র নিজে দেখতে পায় না।</a:t>
            </a:r>
            <a:endParaRPr lang="en-US" sz="1500" dirty="0"/>
          </a:p>
        </p:txBody>
      </p:sp>
    </p:spTree>
  </p:cSld>
  <p:clrMapOvr>
    <a:masterClrMapping/>
  </p:clrMapOvr>
  <p:transition spd="med" advClick="1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সমাধান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এক জায়গায় পুরো পড়াশোনা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11183112" cy="1965960"/>
          </a:xfrm>
          <a:prstGeom prst="roundRect">
            <a:avLst>
              <a:gd name="adj" fmla="val 558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01952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স্কুলের নিজস্ব ওয়েব অ্যাপ — ক্লাস থেকে অধ্যায়, তারপর লেকচার, নোট, প্র্যাকটিস ও MCQ। ফল সাথে সাথে, প্রগ্রেস চোখের সামনে।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27432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37033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3703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লেকচার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" y="4846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অধ্যায়ের ভিডিও ক্লাস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3474720"/>
            <a:ext cx="27432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37033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E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3584448" y="3703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84448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নোট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84448" y="4846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মূল ধারণা এক পাতায়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3474720"/>
            <a:ext cx="27432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7033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3703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64808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প্র্যাকটিস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64808" y="4846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প্রশ্ন ও উত্তর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0" y="3474720"/>
            <a:ext cx="27432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45168" y="37033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9345168" y="3703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45168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MCQ টেস্ট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45168" y="4846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সময়সহ কুইজ</a:t>
            </a:r>
            <a:endParaRPr lang="en-US" sz="1400" dirty="0"/>
          </a:p>
        </p:txBody>
      </p:sp>
    </p:spTree>
  </p:cSld>
  <p:clrMapOvr>
    <a:masterClrMapping/>
  </p:clrMapOvr>
  <p:transition spd="med" advClick="1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কে ব্যবহার করে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তিন ধরনের অ্যাকাউন্ট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04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25880"/>
            <a:ext cx="361188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শিক্ষার্থী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8952" y="22860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পড়ে, কুইজ দেয়, নিজের ফল ও দুর্বল অধ্যায় দেখে।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8952" y="40690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41330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student@demo.com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4462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ড্যাশবোর্ড · প্রগ্রেস · রেজাল্ট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" y="5029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পাসওয়ার্ড  demo123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132588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325880"/>
            <a:ext cx="361188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99432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শিক্ষক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99432" y="22860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লেকচার, নোট, প্র্যাকটিস, MCQ ও সাপ্তাহিক পরীক্ষা যোগ করেন।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99432" y="40690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41330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teacher@demo.com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27448" y="4462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টিচার প্যানেল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9432" y="5029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পাসওয়ার্ড  demo123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83880" y="132588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1325880"/>
            <a:ext cx="36118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8439912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অ্যাডমিন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439912" y="22860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শিক্ষার্থী, শিক্ষক, ক্লাস, বিষয়, অধ্যায়, নোটিশ ও রেজাল্ট দেখেন।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39912" y="40690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8567928" y="41330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admin@demo.com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67928" y="4462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অ্যাডমিন প্যানেল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39912" y="5029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পাসওয়ার্ড  demo123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শিক্ষার্থীর পথ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লগইন থেকে প্রগ্রেস পর্যন্ত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05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2331720"/>
            <a:ext cx="10058400" cy="41148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1783080" cy="19659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35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লগইন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ইমেইল দিয়ে ঢোকে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90088" y="20848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299008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23160" y="2880360"/>
            <a:ext cx="1783080" cy="19659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035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ক্লাস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14600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নিজের শ্রেণি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10328" y="20848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43400" y="2880360"/>
            <a:ext cx="1783080" cy="19659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035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বিষয়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34840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যেমন পদার্থ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30568" y="20848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83056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৪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2880360"/>
            <a:ext cx="1783080" cy="19659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035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অধ্যায়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লেকচার ও নোট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750808" y="20848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875080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৫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83880" y="2880360"/>
            <a:ext cx="1783080" cy="19659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3035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কুইজ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75320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সময়সহ MCQ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671048" y="20848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106710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৬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104120" y="2880360"/>
            <a:ext cx="1783080" cy="19659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95560" y="30358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প্রগ্রেস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95560" y="3703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দুর্বল অধ্যায়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5074920"/>
            <a:ext cx="11183112" cy="1143000"/>
          </a:xfrm>
          <a:prstGeom prst="roundRect">
            <a:avLst>
              <a:gd name="adj" fmla="val 9600"/>
            </a:avLst>
          </a:prstGeom>
          <a:solidFill>
            <a:srgbClr val="EEF2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257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4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নিয়ম: একই অধ্যায়ের সেরা স্কোর ৬০% বা তার বেশি হলে সেই অধ্যায় সম্পন্ন। ড্যাশবোর্ডে দুর্বল অধ্যায় আগে দেখায়।</a:t>
            </a:r>
            <a:endParaRPr lang="en-US" sz="1600" dirty="0"/>
          </a:p>
        </p:txBody>
      </p:sp>
    </p:spTree>
  </p:cSld>
  <p:clrMapOvr>
    <a:masterClrMapping/>
  </p:clrMapOvr>
  <p:transition spd="med" advClick="1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ভেতরে কী আছে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ক্লাস ৬ থেকে ১০, সব অধ্যায় ভরা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06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27432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৫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শ্রেণি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ষষ্ঠ থেকে দশম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7432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89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৫১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20440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বিষয়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পেপার আলাদা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280160"/>
            <a:ext cx="27432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89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১৬১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অধ্যায়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প্রত্যেকটিতে কনটেন্ট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1280160"/>
            <a:ext cx="27432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389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২৫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281160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MCQ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116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প্রতি অধ্যায়ে, ১ মিনিট করে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611880"/>
            <a:ext cx="69037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767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বিষয়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4160520"/>
            <a:ext cx="6446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ক্লাস ৬–৮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বাংলা ১ম ও ২য়, ইংরেজি ১ম ও ২য়, গণিত, বিজ্ঞান, ICT, বাংলাদেশ ও বিশ্বপরিচয়, ধর্ম।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6446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ক্লাস ৯–১০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ওপরে যোগ হয় পদার্থবিজ্ঞান, রসায়ন, জীববিজ্ঞান ও উচ্চতর গণিত।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89520" y="3611880"/>
            <a:ext cx="4096512" cy="2606040"/>
          </a:xfrm>
          <a:prstGeom prst="roundRect">
            <a:avLst>
              <a:gd name="adj" fmla="val 421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794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নমুনা অধ্যায়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18120" y="41605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নবম · পদার্থ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গতি (Motion)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18120" y="50292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২টি লেকচার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২টি নোট · ১০টি প্র্যাকটিস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২৫টি হাতে লেখা MCQ</a:t>
            </a:r>
            <a:endParaRPr lang="en-US" sz="1400" dirty="0"/>
          </a:p>
        </p:txBody>
      </p:sp>
    </p:spTree>
  </p:cSld>
  <p:clrMapOvr>
    <a:masterClrMapping/>
  </p:clrMapOvr>
  <p:transition spd="med" advClick="1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যে প্রযুক্তিতে বানানো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সামনে React, পেছনে Express ও SQLite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07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সামনের অংশ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React 18  +  TypeScript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Vite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036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ডেভ সার্ভার ও বিল্ড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Tailwind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ইন্ডিগো কার্ড, লেআউট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React Router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8036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হ্যাশ URL — পেজ বদল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5468112" cy="36576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পেছনের অংশ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Express 5  +  SQLite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251460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better-sqlite3 দিয়ে একটা ফাইল ডেটাবেস।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টেবিল: ইউজার, ক্লাস, বিষয়, অধ্যায়,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লেকচার, নোট, MCQ, উইকলি এক্সাম,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রেজাল্ট, নোটিশ, কমেন্ট।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প্রোডাকশনে Docker, পোর্ট 8080।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5074920"/>
            <a:ext cx="11183112" cy="1143000"/>
          </a:xfrm>
          <a:prstGeom prst="roundRect">
            <a:avLst>
              <a:gd name="adj" fmla="val 9600"/>
            </a:avLst>
          </a:prstGeom>
          <a:solidFill>
            <a:srgbClr val="EEF2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চালু করতে    npm run dev     →     ওয়েব  localhost:5173     ·     API  localhost:3001</a:t>
            </a:r>
            <a:endParaRPr lang="en-US" sz="1800" dirty="0"/>
          </a:p>
        </p:txBody>
      </p:sp>
    </p:spTree>
  </p:cSld>
  <p:clrMapOvr>
    <a:masterClrMapping/>
  </p:clrMapOvr>
  <p:transition spd="med" advClick="1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কোডের মানচিত্র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তিনটা ফোল্ডারে পুরো অ্যাপ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08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611880" cy="4800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80160"/>
            <a:ext cx="361188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 স্ক্রিনে দেখা যায়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কোন পেজ কার জন্য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লগইন ও পুরো ডেটা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হোম, কুইজ, প্যানেল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lib/progress.ts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1663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৬০% ও দুর্বল অধ্যায়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1280160"/>
            <a:ext cx="3611880" cy="4800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1280160"/>
            <a:ext cx="361188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1508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 ডেটা রাখে ও দেয়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24231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index.mjs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26974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সব API রুট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2461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db.mjs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5204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SQLite টেবিল তৈরি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0690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seed.mjs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3434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প্রথমবার নমুনা ডেটা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4892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chapters*.mjs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1663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অধ্যায়ের প্রশ্নব্যাংক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83880" y="1280160"/>
            <a:ext cx="3611880" cy="4800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1280160"/>
            <a:ext cx="36118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0" y="1508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41248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আসল তথ্য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12480" y="24231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elearning.db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26974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এক ফাইলে সব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12480" y="32461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ইউজার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0" y="35204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ছাত্র, শিক্ষক, অ্যাডমিন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12480" y="40690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কনটেন্ট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12480" y="43434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অধ্যায়, নোট, MCQ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12480" y="4892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রেজাল্ট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12480" y="51663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প্রতিটি কুইজের ফল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একটা ক্লিকের পথ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ব্রাউজার, সার্ভার, ডেটাবেস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09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533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React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পেজ ও কুইজ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02152" y="157276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43400" y="123444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3533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Express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43400" y="1874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/api/…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42632" y="157276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183880" y="123444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13533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SQLite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83880" y="1874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elearning.db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2834640"/>
            <a:ext cx="56235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2999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অ্যাপ খুললে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4290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GET /api/state — পুরো স্কুল, কনটেন্ট ও রেজাল্ট একবারে আসে।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2834640"/>
            <a:ext cx="56235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32918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2999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লগইন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34290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সার্ভার ইমেইল ও পাসওয়ার্ড মিলায়। ব্রাউজার শুধু ইউজার আইডি রাখে।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526280"/>
            <a:ext cx="56235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9834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৩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0" y="46908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কুইজ জমা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5120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POST /api/results — স্কোর, উত্তর ও ব্যাখ্যা SQLite-এ লেখা হয়।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55080" y="4526280"/>
            <a:ext cx="56235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49834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৪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23760" y="46908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স্ক্রিন আপডেট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23760" y="5120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সার্ভার নতুন স্টেট ফেরত দেয়। ড্যাশবোর্ড সাথে সাথে বদলায়।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কুইজের ভিতরের কোড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টাইমার শেষ হলে স্কোর নিজে জমা হয়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10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62356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4416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টাইমার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69164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প্রশ্নের সংখ্যা × ১ মিনিট। সময় শেষে অটো সাবমিট।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62356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7860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মিলিয়ে দেখা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292608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যে উত্তর correctIndex-এর সাথে মেলে, সেটাই সঠিক।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62356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81304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সেভ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" y="41605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সার্ভার শতাংশ বের করে results টেবিলে লেখে।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562356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04748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রিভিউ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" y="539496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রেজাল্ট পেজে প্রশ্ন, আপনার উত্তর ও ব্যাখ্যা।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12344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0B102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1417320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6784848" y="1417320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7031736" y="141732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QuizPage.tsx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1783080"/>
            <a:ext cx="4983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mutate('/results', 'POST',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userId: user.id,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type, refId, title,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total: questions.length,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obtained: correct,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answers: snapshot,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nav(`/result/${data.resultId}`);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server/index.mjs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 = Math.round(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(obtained / total) *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কনটেন্ট কে যোগ করে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শিক্ষক পড়ান, অ্যাডমিন স্কুল চালান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46520"/>
            <a:ext cx="1118311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Josephite Learning  ·  সেন্ট যোসেফস স্কুল এন্ড কলেজ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6492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11  / 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80160"/>
            <a:ext cx="548640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টিচার প্যানেল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    অধ্যায়ে লেকচারের ইউটিউব লিংক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7157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    নোট ও প্র্যাকটিস প্রশ্ন যোগ বা মুছা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2826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    MCQ বিল্ডার — ৪টি অপশন, সঠিক উত্তর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8496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04    টেস্টের সময় মিনিটে সেট করা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4165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05    সাপ্তাহিক পরীক্ষা বানিয়ে প্রশ্ন দেওয়া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983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06    ছাত্রদের রেজাল্ট দেখা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5468112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280160"/>
            <a:ext cx="546811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অ্যাডমিন প্যানেল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    শিক্ষার্থী ও শিক্ষক যোগ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715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    ক্লাস, বিষয়, অধ্যায় তৈরি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2826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    নোটিশ বোর্ড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38496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04    যেকোনো রেজাল্ট মুছা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4165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05    টিচার প্যানেলও খুলতে পারেন</a:t>
            </a:r>
            <a:endParaRPr lang="en-US" sz="1400" dirty="0"/>
          </a:p>
        </p:txBody>
      </p:sp>
    </p:spTree>
  </p:cSld>
  <p:clrMapOvr>
    <a:masterClrMapping/>
  </p:clrMapOvr>
  <p:transition spd="med" advClick="1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554480"/>
            <a:ext cx="2926080" cy="292608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লাইভ ডেমো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এখনই খুলে দেখানো যায়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শিক্ষার্থী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student@demo.com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377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আরাফাত · ক্লাস 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শিক্ষক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teacher@demo.com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0288" y="2377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কাউসার সরকার · ICT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অ্যাডমিন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admin@demo.com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9328" y="2377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প্রধান শিক্ষক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পাসওয়ার্ড সবার জন্য   demo123     ·     start.bat   অথবা   npm run dev     ·     localhost:5173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9202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ধন্যবাদ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" y="4983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Learn  →  Practice  →  Test  →  Improve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সেন্ট যোসেফস স্কুল এন্ড কলেজ, বনপাড়া, নাটোর</a:t>
            </a:r>
            <a:endParaRPr lang="en-US" sz="16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Josephite Learning — সায়েন্স ফেয়ার</dc:title>
  <dc:subject>সেন্ট যোসেফস স্কুল এন্ড কলেজ, বনপাড়া, নাটোর</dc:subject>
  <dc:creator>Josephite Learning</dc:creator>
  <cp:lastModifiedBy>Josephite Learning</cp:lastModifiedBy>
  <cp:revision>1</cp:revision>
  <dcterms:created xsi:type="dcterms:W3CDTF">2026-10-10T16:32:33Z</dcterms:created>
  <dcterms:modified xsi:type="dcterms:W3CDTF">2026-10-10T16:32:33Z</dcterms:modified>
</cp:coreProperties>
</file>